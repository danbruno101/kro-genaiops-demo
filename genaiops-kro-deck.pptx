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slide. Lead here, right after the problem framing, before any YAML. Hit the headline: build-your-own platform API is now hours, not weeks, with no custom Go operator. Walk the four cards left-to-right, spend most time on Reduced cognitive load and Portability since those are the talk's thesis. Close on the amber caveat line as a strength: v1alpha1 means early but credible -- this is where platform engineering is heading.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panel A. This is the bridge from why to watch -- show it right before the live demo. Trace left to right: developer writes one 10-line GenAIService; KRO infers the dependency graph, generates the CRD, and reconciles; out come the PVC, Deployment, Service, and metrics wiring. The punchline at the bottom: one object owns the whole graph for create and delete, no glue operator. This mirrors exactly what the live kubectl apply will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panel B -- the portability thesis, your strongest close. The shared RGD plus the 10-line instance are authored once and applied unchanged to kind, EKS, GKE, and AKS. The only per-cloud difference is field VALUES: mode flips mock-to-gpu, storageClass changes string. Emphasize all three hyperscalers ship KRO, which is why this is a real standard and not a single-vendor bet. Land it: move from laptop to any cloud by editing values in the 10-line file -- no re-templating, no fork of the RGD.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KRO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Build-your-own platform API becomes an </a:t>
            </a:r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hours-not-weeks</a:t>
            </a:r>
            <a:pPr indent="0" marL="0">
              <a:buNone/>
            </a:pPr>
            <a:r>
              <a:rPr lang="en-US" sz="17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— no custom Go operator.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AF2F1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841248" cy="8412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124" y="2294412"/>
            <a:ext cx="403799" cy="4037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2082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cognitive load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45973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consume a 10-line API. The platform team encodes the resource graph once, not per team.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AF2F1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75688"/>
            <a:ext cx="841248" cy="8412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844" y="2294412"/>
            <a:ext cx="403799" cy="4037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02082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Portability, not vendor lock-in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26680" y="245973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K8s resource — native or CRD. Environment differences become fields, not rewrites.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AF2F1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24528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24" y="4443252"/>
            <a:ext cx="403799" cy="4037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16966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predictable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460857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is non-Turing-complete and validated at creation time. Errors caught before runtime, unlike Helm.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39319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AF2F1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224528"/>
            <a:ext cx="841248" cy="841248"/>
          </a:xfrm>
          <a:prstGeom prst="ellipse">
            <a:avLst/>
          </a:prstGeom>
          <a:solidFill>
            <a:srgbClr val="0F2A2E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844" y="4443252"/>
            <a:ext cx="403799" cy="4037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416966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cross-vendor standard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26680" y="460857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 &amp; Microsoft collaborate on one project — rare credibility for a true portability layer.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6355080"/>
            <a:ext cx="164592" cy="16459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62362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note:  </a:t>
            </a:r>
            <a:pPr indent="0" marL="0">
              <a:buNone/>
            </a:pPr>
            <a:r>
              <a:rPr lang="en-US" sz="125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 is v1alpha1 — early but credible. Frame as where platform engineering is heading, not battle-tested in prod today.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one object fans out into a managed 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WRITES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16383C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00070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65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GenAIService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lines of YAML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D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GenAIService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D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sentiment-api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D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Qwen2.5-0.5B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D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D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mock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DEA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monitoring: true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66360" y="2514600"/>
            <a:ext cx="1280160" cy="12801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202" y="2847442"/>
            <a:ext cx="614477" cy="6144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34840" y="4160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the DAG</a:t>
            </a:r>
            <a:endParaRPr lang="en-US" sz="11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CRD</a:t>
            </a:r>
            <a:endParaRPr lang="en-US" sz="11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at runtime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926080"/>
            <a:ext cx="457200" cy="4572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9260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 CREATES &amp; MANAGES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229600" y="1554480"/>
            <a:ext cx="32918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375904" y="1673352"/>
            <a:ext cx="438912" cy="438912"/>
          </a:xfrm>
          <a:prstGeom prst="ellipse">
            <a:avLst/>
          </a:prstGeom>
          <a:solidFill>
            <a:srgbClr val="EAF2F1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021" y="1787469"/>
            <a:ext cx="210678" cy="2106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42832" y="16459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942832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cache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229600" y="2395728"/>
            <a:ext cx="32918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375904" y="2514600"/>
            <a:ext cx="438912" cy="438912"/>
          </a:xfrm>
          <a:prstGeom prst="ellipse">
            <a:avLst/>
          </a:prstGeom>
          <a:solidFill>
            <a:srgbClr val="EAF2F1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021" y="2628717"/>
            <a:ext cx="210678" cy="2106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42832" y="24871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942832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vLLM-compatible, 2 replicas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8229600" y="3236976"/>
            <a:ext cx="32918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8375904" y="3355848"/>
            <a:ext cx="438912" cy="438912"/>
          </a:xfrm>
          <a:prstGeom prst="ellipse">
            <a:avLst/>
          </a:prstGeom>
          <a:solidFill>
            <a:srgbClr val="EAF2F1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021" y="3469965"/>
            <a:ext cx="210678" cy="21067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942832" y="33284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8942832" y="3602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in-cluster endpoint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8229600" y="4078224"/>
            <a:ext cx="32918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8375904" y="4197096"/>
            <a:ext cx="438912" cy="438912"/>
          </a:xfrm>
          <a:prstGeom prst="ellipse">
            <a:avLst/>
          </a:prstGeom>
          <a:solidFill>
            <a:srgbClr val="EAF2F1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021" y="4311213"/>
            <a:ext cx="210678" cy="21067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42832" y="41696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Service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8942832" y="4443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 wiring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owns the whole graph — create and delete. No glue operator.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template, same instance — every cluster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pPr indent="0" marL="0">
              <a:buNone/>
            </a:pPr>
            <a:r>
              <a:rPr lang="en-US" sz="15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things that change between clouds are field </a:t>
            </a:r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pPr indent="0" marL="0">
              <a:buNone/>
            </a:pPr>
            <a:r>
              <a:rPr lang="en-US" sz="15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(mode, storageClass) — not the YAML shape, not the RGD.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794760" y="173736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F2A2E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0" y="1938528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6497" y="207166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18836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ResourceGraphDefinition  +  one 10-line GenAIService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once · applied unchanged everywhere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2651760"/>
            <a:ext cx="-4361688" cy="731520"/>
          </a:xfrm>
          <a:prstGeom prst="line">
            <a:avLst/>
          </a:prstGeom>
          <a:noFill/>
          <a:ln w="19050">
            <a:solidFill>
              <a:srgbClr val="D4E0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6052" y="33832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35024" y="3621024"/>
            <a:ext cx="768096" cy="768096"/>
          </a:xfrm>
          <a:prstGeom prst="ellipse">
            <a:avLst/>
          </a:prstGeom>
          <a:solidFill>
            <a:srgbClr val="5A6B6E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29" y="3820729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" y="44439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6052" y="4754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CPU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5780" y="5047488"/>
            <a:ext cx="2386584" cy="310896"/>
          </a:xfrm>
          <a:prstGeom prst="roundRect">
            <a:avLst>
              <a:gd name="adj" fmla="val 14706"/>
            </a:avLst>
          </a:prstGeom>
          <a:solidFill>
            <a:srgbClr val="EAF2F1"/>
          </a:solidFill>
          <a:ln/>
        </p:spPr>
      </p:sp>
      <p:sp>
        <p:nvSpPr>
          <p:cNvPr id="15" name="Text 11"/>
          <p:cNvSpPr/>
          <p:nvPr/>
        </p:nvSpPr>
        <p:spPr>
          <a:xfrm>
            <a:off x="525780" y="504748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mock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2651760"/>
            <a:ext cx="-1453896" cy="731520"/>
          </a:xfrm>
          <a:prstGeom prst="line">
            <a:avLst/>
          </a:prstGeom>
          <a:noFill/>
          <a:ln w="19050">
            <a:solidFill>
              <a:srgbClr val="D4E0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23844" y="33832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42816" y="3621024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521" y="3820729"/>
            <a:ext cx="368686" cy="3686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23844" y="44439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323844" y="4754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nodes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433572" y="5047488"/>
            <a:ext cx="2386584" cy="310896"/>
          </a:xfrm>
          <a:prstGeom prst="roundRect">
            <a:avLst>
              <a:gd name="adj" fmla="val 14706"/>
            </a:avLst>
          </a:prstGeom>
          <a:solidFill>
            <a:srgbClr val="EAF2F1"/>
          </a:solidFill>
          <a:ln/>
        </p:spPr>
      </p:sp>
      <p:sp>
        <p:nvSpPr>
          <p:cNvPr id="23" name="Text 18"/>
          <p:cNvSpPr/>
          <p:nvPr/>
        </p:nvSpPr>
        <p:spPr>
          <a:xfrm>
            <a:off x="3433572" y="504748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storageClass: gp3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080760" y="2651760"/>
            <a:ext cx="1453896" cy="731520"/>
          </a:xfrm>
          <a:prstGeom prst="line">
            <a:avLst/>
          </a:prstGeom>
          <a:noFill/>
          <a:ln w="19050">
            <a:solidFill>
              <a:srgbClr val="D4E0D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31636" y="33832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50608" y="3621024"/>
            <a:ext cx="768096" cy="768096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313" y="3820729"/>
            <a:ext cx="368686" cy="36868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31636" y="44439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GKE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231636" y="4754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nodes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341364" y="5047488"/>
            <a:ext cx="2386584" cy="310896"/>
          </a:xfrm>
          <a:prstGeom prst="roundRect">
            <a:avLst>
              <a:gd name="adj" fmla="val 14706"/>
            </a:avLst>
          </a:prstGeom>
          <a:solidFill>
            <a:srgbClr val="EAF2F1"/>
          </a:solidFill>
          <a:ln/>
        </p:spPr>
      </p:sp>
      <p:sp>
        <p:nvSpPr>
          <p:cNvPr id="31" name="Text 25"/>
          <p:cNvSpPr/>
          <p:nvPr/>
        </p:nvSpPr>
        <p:spPr>
          <a:xfrm>
            <a:off x="6341364" y="504748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storageClass: premium-rwo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080760" y="2651760"/>
            <a:ext cx="4361688" cy="731520"/>
          </a:xfrm>
          <a:prstGeom prst="line">
            <a:avLst/>
          </a:prstGeom>
          <a:noFill/>
          <a:ln w="19050">
            <a:solidFill>
              <a:srgbClr val="D4E0D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139428" y="33832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0DF"/>
            </a:solidFill>
            <a:prstDash val="solid"/>
          </a:ln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058400" y="3621024"/>
            <a:ext cx="768096" cy="7680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F2A2E">
                <a:alpha val="12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8105" y="3820729"/>
            <a:ext cx="368686" cy="36868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139428" y="44439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139428" y="4754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nodes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9249156" y="5047488"/>
            <a:ext cx="2386584" cy="310896"/>
          </a:xfrm>
          <a:prstGeom prst="roundRect">
            <a:avLst>
              <a:gd name="adj" fmla="val 14706"/>
            </a:avLst>
          </a:prstGeom>
          <a:solidFill>
            <a:srgbClr val="EAF2F1"/>
          </a:solidFill>
          <a:ln/>
        </p:spPr>
      </p:sp>
      <p:sp>
        <p:nvSpPr>
          <p:cNvPr id="39" name="Text 32"/>
          <p:cNvSpPr/>
          <p:nvPr/>
        </p:nvSpPr>
        <p:spPr>
          <a:xfrm>
            <a:off x="9249156" y="504748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storageClass: managed-csi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laptop to any hyperscaler by changing values in the 10-line file — no re-templating, no fork of the RGD.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GenAIOps with KRO</dc:title>
  <dc:subject>PptxGenJS Presentation</dc:subject>
  <dc:creator>Borough Tech</dc:creator>
  <cp:lastModifiedBy>Borough Tech</cp:lastModifiedBy>
  <cp:revision>1</cp:revision>
  <dcterms:created xsi:type="dcterms:W3CDTF">2026-06-18T02:29:15Z</dcterms:created>
  <dcterms:modified xsi:type="dcterms:W3CDTF">2026-06-18T02:29:15Z</dcterms:modified>
</cp:coreProperties>
</file>